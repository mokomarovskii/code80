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1"/>
  </p:notesMasterIdLst>
  <p:handoutMasterIdLst>
    <p:handoutMasterId r:id="rId12"/>
  </p:handoutMasterIdLst>
  <p:sldIdLst>
    <p:sldId id="312" r:id="rId5"/>
    <p:sldId id="319" r:id="rId6"/>
    <p:sldId id="304" r:id="rId7"/>
    <p:sldId id="282" r:id="rId8"/>
    <p:sldId id="322" r:id="rId9"/>
    <p:sldId id="315" r:id="rId1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388" autoAdjust="0"/>
  </p:normalViewPr>
  <p:slideViewPr>
    <p:cSldViewPr snapToGrid="0" snapToObjects="1">
      <p:cViewPr varScale="1">
        <p:scale>
          <a:sx n="113" d="100"/>
          <a:sy n="113" d="100"/>
        </p:scale>
        <p:origin x="456" y="11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jpg"/><Relationship Id="rId4" Type="http://schemas.openxmlformats.org/officeDocument/2006/relationships/image" Target="../media/image1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sz="6000"/>
              <a:t>CODE80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uk-UA"/>
              <a:t>Екипа на </a:t>
            </a:r>
            <a:r>
              <a:rPr lang="en-US"/>
              <a:t>Code80:</a:t>
            </a:r>
            <a:endParaRPr lang="en-US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CF23217-02D1-5253-6472-F58235663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907" y="2475276"/>
            <a:ext cx="2362530" cy="2381582"/>
          </a:xfrm>
          <a:prstGeom prst="rect">
            <a:avLst/>
          </a:prstGeom>
        </p:spPr>
      </p:pic>
      <p:pic>
        <p:nvPicPr>
          <p:cNvPr id="1026" name="Picture 2" descr="View VMTarnavskii23's full-sized avatar">
            <a:extLst>
              <a:ext uri="{FF2B5EF4-FFF2-40B4-BE49-F238E27FC236}">
                <a16:creationId xmlns:a16="http://schemas.microsoft.com/office/drawing/2014/main" id="{CC8A8EFC-1C5E-505F-5A1A-52E7A372F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974" y="2475276"/>
            <a:ext cx="2381582" cy="2312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B051373-AD68-68CF-9023-393898B1CB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750" y="2475275"/>
            <a:ext cx="2381583" cy="2381583"/>
          </a:xfrm>
          <a:prstGeom prst="rect">
            <a:avLst/>
          </a:prstGeom>
        </p:spPr>
      </p:pic>
      <p:sp>
        <p:nvSpPr>
          <p:cNvPr id="14" name="Title 4">
            <a:extLst>
              <a:ext uri="{FF2B5EF4-FFF2-40B4-BE49-F238E27FC236}">
                <a16:creationId xmlns:a16="http://schemas.microsoft.com/office/drawing/2014/main" id="{15C0941E-EFD2-A23B-57C0-B7C93D957A5B}"/>
              </a:ext>
            </a:extLst>
          </p:cNvPr>
          <p:cNvSpPr txBox="1">
            <a:spLocks/>
          </p:cNvSpPr>
          <p:nvPr/>
        </p:nvSpPr>
        <p:spPr>
          <a:xfrm>
            <a:off x="826081" y="4787944"/>
            <a:ext cx="3447469" cy="509182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/>
              <a:t>Владислав тарнавский</a:t>
            </a:r>
            <a:endParaRPr lang="en-US" sz="1600" dirty="0"/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F916C9B3-1D3F-EEF7-2B0C-B454C329B9D2}"/>
              </a:ext>
            </a:extLst>
          </p:cNvPr>
          <p:cNvSpPr txBox="1">
            <a:spLocks/>
          </p:cNvSpPr>
          <p:nvPr/>
        </p:nvSpPr>
        <p:spPr>
          <a:xfrm>
            <a:off x="1213431" y="5193163"/>
            <a:ext cx="3060119" cy="40521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Developer BackEnd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Title 4">
            <a:extLst>
              <a:ext uri="{FF2B5EF4-FFF2-40B4-BE49-F238E27FC236}">
                <a16:creationId xmlns:a16="http://schemas.microsoft.com/office/drawing/2014/main" id="{E1E2B93B-EF89-219D-0856-21CC972F0DFB}"/>
              </a:ext>
            </a:extLst>
          </p:cNvPr>
          <p:cNvSpPr txBox="1">
            <a:spLocks/>
          </p:cNvSpPr>
          <p:nvPr/>
        </p:nvSpPr>
        <p:spPr>
          <a:xfrm>
            <a:off x="4328728" y="4796411"/>
            <a:ext cx="3060119" cy="500715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/>
              <a:t>Микита Комаровский</a:t>
            </a:r>
            <a:endParaRPr lang="en-US" sz="1600" dirty="0"/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B63862C6-82E6-FB44-9037-BAFD51D70816}"/>
              </a:ext>
            </a:extLst>
          </p:cNvPr>
          <p:cNvSpPr txBox="1">
            <a:spLocks/>
          </p:cNvSpPr>
          <p:nvPr/>
        </p:nvSpPr>
        <p:spPr>
          <a:xfrm>
            <a:off x="7995907" y="4800688"/>
            <a:ext cx="2527300" cy="509182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/>
              <a:t>Александр Тодер</a:t>
            </a:r>
            <a:endParaRPr lang="en-US" sz="1600" dirty="0"/>
          </a:p>
        </p:txBody>
      </p:sp>
      <p:sp>
        <p:nvSpPr>
          <p:cNvPr id="22" name="Title 4">
            <a:extLst>
              <a:ext uri="{FF2B5EF4-FFF2-40B4-BE49-F238E27FC236}">
                <a16:creationId xmlns:a16="http://schemas.microsoft.com/office/drawing/2014/main" id="{A1048E91-A064-0993-DE76-E61089AE595F}"/>
              </a:ext>
            </a:extLst>
          </p:cNvPr>
          <p:cNvSpPr txBox="1">
            <a:spLocks/>
          </p:cNvSpPr>
          <p:nvPr/>
        </p:nvSpPr>
        <p:spPr>
          <a:xfrm>
            <a:off x="7729497" y="5446573"/>
            <a:ext cx="3060119" cy="40521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Developer BackEnd</a:t>
            </a:r>
            <a:b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Q&amp;A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Title 4">
            <a:extLst>
              <a:ext uri="{FF2B5EF4-FFF2-40B4-BE49-F238E27FC236}">
                <a16:creationId xmlns:a16="http://schemas.microsoft.com/office/drawing/2014/main" id="{EA69BCCB-66FE-8569-DCD2-750E01C6BB85}"/>
              </a:ext>
            </a:extLst>
          </p:cNvPr>
          <p:cNvSpPr txBox="1">
            <a:spLocks/>
          </p:cNvSpPr>
          <p:nvPr/>
        </p:nvSpPr>
        <p:spPr>
          <a:xfrm>
            <a:off x="4565940" y="5218563"/>
            <a:ext cx="3060119" cy="40521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Developer frontEnd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Title 4">
            <a:extLst>
              <a:ext uri="{FF2B5EF4-FFF2-40B4-BE49-F238E27FC236}">
                <a16:creationId xmlns:a16="http://schemas.microsoft.com/office/drawing/2014/main" id="{9988D0B5-6288-1C85-8374-2BA08603812C}"/>
              </a:ext>
            </a:extLst>
          </p:cNvPr>
          <p:cNvSpPr txBox="1">
            <a:spLocks/>
          </p:cNvSpPr>
          <p:nvPr/>
        </p:nvSpPr>
        <p:spPr>
          <a:xfrm>
            <a:off x="4935788" y="5516668"/>
            <a:ext cx="3060119" cy="40521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Scrum trainer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uk-UA"/>
              <a:t>Целта на проекта: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ru-RU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Създаване на приложение с целта на съхраняване, редактиране и изготвяне на доклади за исторически събития, свързани с победата на България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9467" y="1057274"/>
            <a:ext cx="8496559" cy="994164"/>
          </a:xfrm>
        </p:spPr>
        <p:txBody>
          <a:bodyPr/>
          <a:lstStyle/>
          <a:p>
            <a:r>
              <a:rPr lang="ru-RU"/>
              <a:t>Основни етапи на проекта: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/>
          </a:bodyPr>
          <a:lstStyle/>
          <a:p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Планиране на цели и определяне на изисквания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Разработка, изграждане на структура и стиловете на приложението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Тестване и проверка на функционалността, корекция на грешките, публикуване на приложението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ru-RU"/>
              <a:t>реализация На проекта:</a:t>
            </a:r>
            <a:endParaRPr lang="en-US" dirty="0"/>
          </a:p>
        </p:txBody>
      </p:sp>
      <p:pic>
        <p:nvPicPr>
          <p:cNvPr id="2050" name="Picture 2" descr="C++ - Wikipedia">
            <a:extLst>
              <a:ext uri="{FF2B5EF4-FFF2-40B4-BE49-F238E27FC236}">
                <a16:creationId xmlns:a16="http://schemas.microsoft.com/office/drawing/2014/main" id="{81AC4951-3BF7-B4B8-93C9-F5E96A3A3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55" y="2683039"/>
            <a:ext cx="1640945" cy="184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icrosoft Teams - Wikipedia">
            <a:extLst>
              <a:ext uri="{FF2B5EF4-FFF2-40B4-BE49-F238E27FC236}">
                <a16:creationId xmlns:a16="http://schemas.microsoft.com/office/drawing/2014/main" id="{1CA27B7D-C1A2-0E32-9CC5-00296EDE3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442" y="2735181"/>
            <a:ext cx="1640945" cy="1738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Visual Studio - Wikipedia">
            <a:extLst>
              <a:ext uri="{FF2B5EF4-FFF2-40B4-BE49-F238E27FC236}">
                <a16:creationId xmlns:a16="http://schemas.microsoft.com/office/drawing/2014/main" id="{C77EEFBE-6868-FC47-CFD4-B4246E759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2790399"/>
            <a:ext cx="1794933" cy="179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86AE6586-82F5-ACC4-9B5A-0B7E62E5F406}"/>
              </a:ext>
            </a:extLst>
          </p:cNvPr>
          <p:cNvSpPr txBox="1">
            <a:spLocks/>
          </p:cNvSpPr>
          <p:nvPr/>
        </p:nvSpPr>
        <p:spPr>
          <a:xfrm>
            <a:off x="849867" y="4438979"/>
            <a:ext cx="3060119" cy="40521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C++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214A793B-56FE-CA4E-FDF7-196FA4DB3BA1}"/>
              </a:ext>
            </a:extLst>
          </p:cNvPr>
          <p:cNvSpPr txBox="1">
            <a:spLocks/>
          </p:cNvSpPr>
          <p:nvPr/>
        </p:nvSpPr>
        <p:spPr>
          <a:xfrm>
            <a:off x="4686854" y="4495674"/>
            <a:ext cx="3060119" cy="40521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Microsoft teams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F63C1E14-87BC-5499-B007-E72AA57D5CC8}"/>
              </a:ext>
            </a:extLst>
          </p:cNvPr>
          <p:cNvSpPr txBox="1">
            <a:spLocks/>
          </p:cNvSpPr>
          <p:nvPr/>
        </p:nvSpPr>
        <p:spPr>
          <a:xfrm>
            <a:off x="8523841" y="4501720"/>
            <a:ext cx="3236359" cy="40521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Visual studio 2022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39D8C982-5FD0-DA16-F24B-FA7036EA98DF}"/>
              </a:ext>
            </a:extLst>
          </p:cNvPr>
          <p:cNvSpPr txBox="1">
            <a:spLocks/>
          </p:cNvSpPr>
          <p:nvPr/>
        </p:nvSpPr>
        <p:spPr>
          <a:xfrm>
            <a:off x="4822306" y="5596108"/>
            <a:ext cx="2789213" cy="40521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1400">
                <a:solidFill>
                  <a:schemeClr val="tx1">
                    <a:lumMod val="95000"/>
                    <a:lumOff val="5000"/>
                  </a:schemeClr>
                </a:solidFill>
              </a:rPr>
              <a:t>Комуникация между учасниците на проекта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C078B07D-ED56-AE5F-1E08-DD135DAE0795}"/>
              </a:ext>
            </a:extLst>
          </p:cNvPr>
          <p:cNvSpPr txBox="1">
            <a:spLocks/>
          </p:cNvSpPr>
          <p:nvPr/>
        </p:nvSpPr>
        <p:spPr>
          <a:xfrm>
            <a:off x="985319" y="5545898"/>
            <a:ext cx="2789213" cy="40521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1400">
                <a:solidFill>
                  <a:schemeClr val="tx1">
                    <a:lumMod val="95000"/>
                    <a:lumOff val="5000"/>
                  </a:schemeClr>
                </a:solidFill>
              </a:rPr>
              <a:t>Езика на който е направен проект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Code80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65CCF65F-51A0-83BF-E725-279FD28544BC}"/>
              </a:ext>
            </a:extLst>
          </p:cNvPr>
          <p:cNvSpPr txBox="1">
            <a:spLocks/>
          </p:cNvSpPr>
          <p:nvPr/>
        </p:nvSpPr>
        <p:spPr>
          <a:xfrm>
            <a:off x="8659293" y="5393498"/>
            <a:ext cx="2789213" cy="40521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1400">
                <a:solidFill>
                  <a:schemeClr val="tx1">
                    <a:lumMod val="95000"/>
                    <a:lumOff val="5000"/>
                  </a:schemeClr>
                </a:solidFill>
              </a:rPr>
              <a:t>Реализация на кода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ru-RU"/>
              <a:t>Заключение</a:t>
            </a:r>
            <a:endParaRPr lang="en-US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147C67D8-C74C-A354-20AB-43D43F88D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7086600" cy="3720337"/>
          </a:xfrm>
        </p:spPr>
        <p:txBody>
          <a:bodyPr>
            <a:normAutofit/>
          </a:bodyPr>
          <a:lstStyle/>
          <a:p>
            <a:r>
              <a:rPr lang="ru-RU" sz="28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Проекта на екипа </a:t>
            </a: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CODE80 </a:t>
            </a:r>
            <a:r>
              <a:rPr lang="uk-UA" sz="28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предостави интерактивно приложение с използване на свързани списъци, статични библиотеки. Чрез това приложение хора изучават важни дати и събития на български победи</a:t>
            </a:r>
            <a:endParaRPr lang="ru-UA" sz="28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{8872F841-7569-4502-8841-D3CED2490571}tf78438558_win32</Template>
  <TotalTime>35</TotalTime>
  <Words>138</Words>
  <Application>Microsoft Office PowerPoint</Application>
  <PresentationFormat>Широкоэкранный</PresentationFormat>
  <Paragraphs>24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Sabon Next LT</vt:lpstr>
      <vt:lpstr>Custom</vt:lpstr>
      <vt:lpstr>CODE80</vt:lpstr>
      <vt:lpstr>Екипа на Code80:</vt:lpstr>
      <vt:lpstr>Целта на проекта:</vt:lpstr>
      <vt:lpstr>Основни етапи на проекта:</vt:lpstr>
      <vt:lpstr>реализация На проекта: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Комаровський Микита Олександрович</dc:creator>
  <cp:lastModifiedBy>Комаровський Микита Олександрович</cp:lastModifiedBy>
  <cp:revision>1</cp:revision>
  <dcterms:created xsi:type="dcterms:W3CDTF">2026-03-03T17:20:42Z</dcterms:created>
  <dcterms:modified xsi:type="dcterms:W3CDTF">2026-03-03T17:56:22Z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